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0F059-6D52-68F2-4563-C9CA125DF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B0EA08-2721-5F62-AF3B-76A5B6C5E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00812-D02E-A1EB-456E-372ACA87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DB1D12-8B9C-78B3-C9A8-D91B2AEB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A3E910-5097-8149-57AE-6D425698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27002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57164-7211-5B04-C131-B99633DA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755433-4AA5-37A1-DEA1-65A22090C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0BFF87-B900-56E6-B7E2-A65B5D50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1DC273-6F7C-82A4-F3A1-A56EA180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CCEC52-E5C7-2E28-4FB9-95B08358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94936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6660B-7BB3-DB7B-968F-6A4BF47EC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87C0E2-694F-00C7-3055-F6D488077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EFAC32-FFE1-EC87-157C-C0888444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3A9BB8-0883-9A76-2A49-1E2F10F8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62BFE7-AAA4-D77B-F7BC-FFADBA4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4874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1C818-C14F-B739-F667-88DE5EC6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A426BE-85AC-9194-BDEF-DF4516F2D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49B6AD-5907-95F5-8AD9-628252BED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7F7EF5-4163-541D-8C2B-1A4BA4D5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63D839-56D4-EDA3-1BDE-BC5179B3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7DE6D9E-AE4B-A400-96A0-F435DF2D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5359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2F1D28-C43F-C8BB-6ECE-24E2988B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34B86-93AE-B415-6612-B3991EFEF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E199D7-DEC2-C544-9AF7-EEC33E175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412F3EE-A82A-FA62-18EB-E450B69B1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5B3407A-FDEA-8B10-622F-47034EB26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7D5A838-B6DF-6074-F2B4-525D9DAC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DEBD7A-F640-E533-0108-09E89CE6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09BAD8-0487-8396-5458-6B3CD461C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0876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A4B5A-C9E5-FE62-E48D-48F58960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AC1F0F-ADFF-420A-2A09-D8490C89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91742D7-2A26-659D-84BA-192253EC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070D1C2-D421-6BCB-CBDE-5397C350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19700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F03B7F9-22F7-8B5C-0D8D-683B0B59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E5FC48-5909-7822-BC98-A33A98984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BA6E7-D07C-CFCF-88CD-06F30741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3683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D62B2D-759A-A701-7D0A-5AA75CAE7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C9AB6-E56C-5BCC-77F6-550A34697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14FCD3-7B20-4774-62C3-D420BBE22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C8889F-0562-A9A1-AEC6-453A29004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45100A-0BEA-4F83-A415-3A5E939D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85C868-C48C-11D6-D769-D094E1AD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3226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EDEDAD-4A4B-86FA-475D-2C1D812B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EE0FDB-CAE1-77C8-C090-E40329A64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F5B95F-FB54-AD5E-34A5-7FE617E04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528F16-6D69-9CFA-F61E-29DC2D4C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410853D-E807-7FDE-1C99-ED5ACD63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4E07C59-87BA-21F8-D5DC-A1D818AC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64325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6D13C-EBE9-6397-E25F-379C9EFE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F191EB-40F1-0DB4-BEAA-AE0B881D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11209A-3C92-1BAE-55A3-8E571138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87AEA4-1DD4-1426-BD5C-C4E81945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9BDDE-DE64-2D72-5270-4078D5B2F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3141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BC1088A-46B9-57E3-B3DC-225E3A6CC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5C5922-8B88-BF36-4C63-7A39E0F62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E34E32-9C90-292A-F120-A1478201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9D0205-AF77-CF66-D704-6053C251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BA1717-F4B3-E358-F285-D6C9930B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2836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FD28D1-A7D2-4859-C7B3-BC16E3528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AF0AE4-72EC-E0AF-AE1F-E7E07E75A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7D73A3-0C77-A9D8-5A7C-D75BF458E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CEE6E-D01B-4B32-9889-68B72CB452D7}" type="datetimeFigureOut">
              <a:rPr lang="fr-MA" smtClean="0"/>
              <a:t>07/07/2026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077BA-61A1-7603-4E01-CD4187C6C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4BB2C3-0C6C-1496-9A1F-94CF2F6E3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FA8AA-A055-4D9F-9C81-D50292E57B09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9947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9276C02-69CF-09EE-6B61-82813CEDA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72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AA8E5F7-F7F7-31BF-FFC8-61DD03AB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2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4B07C3A-57DF-5BE0-5AFC-02A95928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0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005394D-6C5C-F19D-6280-145D977F6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7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4180328-06CE-E175-B6DE-41B57612C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999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hiba azizi</dc:creator>
  <cp:lastModifiedBy>hiba azizi</cp:lastModifiedBy>
  <cp:revision>1</cp:revision>
  <dcterms:created xsi:type="dcterms:W3CDTF">2026-07-06T23:58:42Z</dcterms:created>
  <dcterms:modified xsi:type="dcterms:W3CDTF">2026-07-07T00:26:16Z</dcterms:modified>
</cp:coreProperties>
</file>